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INTER-PROCESS COMMUNICATION  |  C  |  UBUNTU LINUX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Inter-Process Chat Application Using IPC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880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users. Two processes. Real-time messaging with named pipes (FIFOs) and POSIX threads.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2520030228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Haima Hasini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2520030242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Bhavana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2520030262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Sahithi.P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D3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processes cannot talk to each other on their own.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process runs in its own isolated memory space, so two programs cannot simply share variables.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 needs messages to move between User A and User B in real time, with no network setup.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 program must read incoming messages and wait for typed input at the same time, but a normal program blocks on one of them.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Start-up and exit must be handled safely, or one user waits forever for the other.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D3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73152" cy="1600200"/>
          </a:xfrm>
          <a:prstGeom prst="rect">
            <a:avLst/>
          </a:prstGeom>
          <a:solidFill>
            <a:srgbClr val="22D3A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pipes (FIFOs)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745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FIFOs give a two-way channel between the processes.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188720"/>
            <a:ext cx="73152" cy="1600200"/>
          </a:xfrm>
          <a:prstGeom prst="rect">
            <a:avLst/>
          </a:prstGeom>
          <a:solidFill>
            <a:srgbClr val="22D3A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3776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POSIX threads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8745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receiver thread prints messages while the main thread reads typing.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971800"/>
            <a:ext cx="73152" cy="1600200"/>
          </a:xfrm>
          <a:prstGeom prst="rect">
            <a:avLst/>
          </a:prstGeom>
          <a:solidFill>
            <a:srgbClr val="22D3A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1546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launcher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6576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main.c starts User A, User B or both using fork(), execl() and waitpid().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2971800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971800"/>
            <a:ext cx="73152" cy="1600200"/>
          </a:xfrm>
          <a:prstGeom prst="rect">
            <a:avLst/>
          </a:prstGeom>
          <a:solidFill>
            <a:srgbClr val="22D3A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937760" y="31546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shutdown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36576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/quit and Ctrl+C handling close the chat cleanly.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D3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Scope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User A and User B to chat in real time using Inter-Process Communication.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560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2560320" cy="73152"/>
          </a:xfrm>
          <a:prstGeom prst="rect">
            <a:avLst/>
          </a:prstGeom>
          <a:solidFill>
            <a:srgbClr val="22D3A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&amp; Receive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346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flow both ways between two processes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2011680"/>
            <a:ext cx="2560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2011680"/>
            <a:ext cx="2560320" cy="73152"/>
          </a:xfrm>
          <a:prstGeom prst="rect">
            <a:avLst/>
          </a:prstGeom>
          <a:solidFill>
            <a:srgbClr val="22D3A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7472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I/O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8346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messages show while the user types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2011680"/>
            <a:ext cx="2560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2011680"/>
            <a:ext cx="2560320" cy="73152"/>
          </a:xfrm>
          <a:prstGeom prst="rect">
            <a:avLst/>
          </a:prstGeom>
          <a:solidFill>
            <a:srgbClr val="22D3A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Exit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8346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/quit command and Ctrl+C signal handling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IPC Works: Named Pipes (FIFOs)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19456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9050">
            <a:solidFill>
              <a:srgbClr val="22D3A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91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process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+ receiver thread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1554480"/>
            <a:ext cx="219456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9050">
            <a:solidFill>
              <a:srgbClr val="22D3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691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286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process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+ receiver thread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34640" y="1920240"/>
            <a:ext cx="3474720" cy="0"/>
          </a:xfrm>
          <a:prstGeom prst="line">
            <a:avLst/>
          </a:prstGeom>
          <a:noFill/>
          <a:ln w="31750">
            <a:solidFill>
              <a:srgbClr val="22D3A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309360" y="2926080"/>
            <a:ext cx="-3474720" cy="0"/>
          </a:xfrm>
          <a:prstGeom prst="line">
            <a:avLst/>
          </a:prstGeom>
          <a:noFill/>
          <a:ln w="31750">
            <a:solidFill>
              <a:srgbClr val="22D3A0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83464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FIFO 1  (A → B)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2971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FIFO 2  (B → A)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840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FIFO is a special file in the filesystem. One process writes, the other reads, and the kernel passes the bytes in order. Two FIFOs give a full-duplex chat.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D3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chat.c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FIFO-based send and receive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pthread receiver prints incoming messages while the user types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/quit command to exit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SIGINT (Ctrl+C) handler for clean shutdown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64592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Menu: User A, User B, both users, exit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creates each chat process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execl() launches chat.c binary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waitpid() manages the child processes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with: gcc -Wall -Wextra -pthread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D3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 &amp; Challenge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329184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8308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chat over FIFOs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Threaded message reception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launcher with fork/execl/waitpid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compile with warnings enabled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of source files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840480" cy="329184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8348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17830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a FIFO blocks until the other end opens it, so a process waits indefinitely if the other user is not running.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32918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in progress: reliable startup, connect and disconnect handling.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D3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457200" cy="457200"/>
          </a:xfrm>
          <a:prstGeom prst="ellipse">
            <a:avLst/>
          </a:prstGeom>
          <a:solidFill>
            <a:srgbClr val="22D3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143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connections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1143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open, retry and timeout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22D3A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every system call, clear messages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22D3A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514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2514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and usernames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22D3A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UI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023360" y="3200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menu and chat display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rgbClr val="22D3A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886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023360" y="3886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testing guide, IPC notes, viva Q&amp;A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processes, one conversation, zero network code.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74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Inter-Process Chat Application Using IPC</dc:title>
  <dc:subject>PptxGenJS Presentation</dc:subject>
  <dc:creator>PptxGenJS</dc:creator>
  <cp:lastModifiedBy>PptxGenJS</cp:lastModifiedBy>
  <cp:revision>1</cp:revision>
  <dcterms:created xsi:type="dcterms:W3CDTF">2026-10-17T04:50:51Z</dcterms:created>
  <dcterms:modified xsi:type="dcterms:W3CDTF">2026-10-17T04:50:51Z</dcterms:modified>
</cp:coreProperties>
</file>